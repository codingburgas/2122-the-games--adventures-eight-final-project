
<file path=[Content_Types].xml><?xml version="1.0" encoding="utf-8"?>
<Types xmlns="http://schemas.openxmlformats.org/package/2006/content-types">
  <Default Extension="png" ContentType="image/png"/>
  <Default Extension="jfif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media/image19.jfif" ContentType="image/jpeg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media/image22.jfif" ContentType="image/jpeg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3" r:id="rId6"/>
    <p:sldId id="261" r:id="rId7"/>
    <p:sldId id="258" r:id="rId8"/>
    <p:sldId id="259" r:id="rId9"/>
    <p:sldId id="262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6CC3289-2662-43F0-A3C6-BA04A135F08C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smtClean="0"/>
            <a:t>Front-end developers</a:t>
          </a:r>
          <a:endParaRPr lang="en-US" dirty="0"/>
        </a:p>
      </dgm:t>
    </dgm:pt>
    <dgm:pt modelId="{FA28C9D6-476E-43CD-BA23-D6D990FD78D0}" type="sibTrans" cxnId="{0400886E-8A1A-44C2-95A7-DB0EF4911494}">
      <dgm:prSet/>
      <dgm:spPr/>
      <dgm:t>
        <a:bodyPr/>
        <a:lstStyle/>
        <a:p>
          <a:endParaRPr lang="en-US"/>
        </a:p>
      </dgm:t>
    </dgm:pt>
    <dgm:pt modelId="{D46DB4DA-1442-4ECE-89FE-BBB1E3489E3D}" type="parTrans" cxnId="{0400886E-8A1A-44C2-95A7-DB0EF4911494}">
      <dgm:prSet/>
      <dgm:spPr/>
      <dgm:t>
        <a:bodyPr/>
        <a:lstStyle/>
        <a:p>
          <a:endParaRPr lang="en-US"/>
        </a:p>
      </dgm:t>
    </dgm:pt>
    <dgm:pt modelId="{91A66877-AC1C-46D9-BF2C-6024B638DEA9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smtClean="0"/>
            <a:t>Back-end developers</a:t>
          </a:r>
          <a:endParaRPr lang="en-US" dirty="0"/>
        </a:p>
      </dgm:t>
    </dgm:pt>
    <dgm:pt modelId="{BFCE4A28-C381-46FF-935A-B11534EF7D87}" type="sibTrans" cxnId="{7F0DAB6F-9257-4F2D-B31A-3418F73F6952}">
      <dgm:prSet/>
      <dgm:spPr/>
      <dgm:t>
        <a:bodyPr/>
        <a:lstStyle/>
        <a:p>
          <a:endParaRPr lang="en-US"/>
        </a:p>
      </dgm:t>
    </dgm:pt>
    <dgm:pt modelId="{913FED05-DF41-48A7-B1F8-81937A468EF9}" type="parTrans" cxnId="{7F0DAB6F-9257-4F2D-B31A-3418F73F6952}">
      <dgm:prSet/>
      <dgm:spPr/>
      <dgm:t>
        <a:bodyPr/>
        <a:lstStyle/>
        <a:p>
          <a:endParaRPr lang="en-US"/>
        </a:p>
      </dgm:t>
    </dgm:pt>
    <dgm:pt modelId="{701D68F5-42F8-47BC-8FED-84C50F595DF0}">
      <dgm:prSet phldrT="[Text]"/>
      <dgm:spPr>
        <a:blipFill rotWithShape="0">
          <a:blip xmlns:r="http://schemas.openxmlformats.org/officeDocument/2006/relationships" r:embed="rId1">
            <a:duotone>
              <a:schemeClr val="lt1">
                <a:alpha val="0"/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lt1">
                <a:alpha val="0"/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</dgm:spPr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smtClean="0"/>
            <a:t>Scrum trainers</a:t>
          </a:r>
          <a:endParaRPr lang="en-US" dirty="0"/>
        </a:p>
      </dgm:t>
    </dgm:pt>
    <dgm:pt modelId="{0C95B389-AC0C-4055-9AA3-38815EFC8B0A}" type="sibTrans" cxnId="{C4BA385D-31ED-40EF-A5D6-98DFBA64E71A}">
      <dgm:prSet/>
      <dgm:spPr/>
      <dgm:t>
        <a:bodyPr/>
        <a:lstStyle/>
        <a:p>
          <a:endParaRPr lang="en-US"/>
        </a:p>
      </dgm:t>
    </dgm:pt>
    <dgm:pt modelId="{9617668C-C38C-4017-8DDF-37855B15D110}" type="parTrans" cxnId="{C4BA385D-31ED-40EF-A5D6-98DFBA64E71A}">
      <dgm:prSet/>
      <dgm:spPr/>
      <dgm:t>
        <a:bodyPr/>
        <a:lstStyle/>
        <a:p>
          <a:endParaRPr lang="en-US"/>
        </a:p>
      </dgm:t>
    </dgm:pt>
    <dgm:pt modelId="{25C14C25-2A98-4731-B0BF-677AD8191C30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76750689-6C12-4D36-8474-BFC5C125B35E}" type="pres">
      <dgm:prSet presAssocID="{701D68F5-42F8-47BC-8FED-84C50F595DF0}" presName="compNode" presStyleCnt="0"/>
      <dgm:spPr/>
    </dgm:pt>
    <dgm:pt modelId="{A39E2924-EA9B-47F3-B732-8814DF65E2EC}" type="pres">
      <dgm:prSet presAssocID="{701D68F5-42F8-47BC-8FED-84C50F595DF0}" presName="iconBgRect" presStyleLbl="bgShp" presStyleIdx="0" presStyleCnt="3"/>
      <dgm:spPr/>
    </dgm:pt>
    <dgm:pt modelId="{55BDA980-9151-47FF-AF00-AFF61BF7329A}" type="pres">
      <dgm:prSet presAssocID="{701D68F5-42F8-47BC-8FED-84C50F595DF0}" presName="iconRect" presStyleLbl="node1" presStyleIdx="0" presStyleCnt="3" custLinFactNeighborX="23542" custLinFactNeighborY="8553"/>
      <dgm:spPr>
        <a:ln>
          <a:noFill/>
        </a:ln>
      </dgm:spPr>
      <dgm:extLst/>
    </dgm:pt>
    <dgm:pt modelId="{6813E287-6A9E-4A4E-8848-6B5E098C015B}" type="pres">
      <dgm:prSet presAssocID="{701D68F5-42F8-47BC-8FED-84C50F595DF0}" presName="spaceRect" presStyleCnt="0"/>
      <dgm:spPr/>
    </dgm:pt>
    <dgm:pt modelId="{29C7C433-EF2A-4A44-BC53-B7211D27668D}" type="pres">
      <dgm:prSet presAssocID="{701D68F5-42F8-47BC-8FED-84C50F595DF0}" presName="textRect" presStyleLbl="revTx" presStyleIdx="0" presStyleCnt="3" custScaleX="78538" custScaleY="99752" custLinFactNeighborX="-3017" custLinFactNeighborY="3748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68220B65-DC55-4454-B24D-11B29BFBB9D4}" type="pres">
      <dgm:prSet presAssocID="{0C95B389-AC0C-4055-9AA3-38815EFC8B0A}" presName="sibTrans" presStyleCnt="0"/>
      <dgm:spPr/>
    </dgm:pt>
    <dgm:pt modelId="{BE6E5E78-2FF3-4F40-80FF-8626E060970A}" type="pres">
      <dgm:prSet presAssocID="{91A66877-AC1C-46D9-BF2C-6024B638DEA9}" presName="compNode" presStyleCnt="0"/>
      <dgm:spPr/>
    </dgm:pt>
    <dgm:pt modelId="{AE6D994C-35CC-4E2D-93F7-0749D531DB38}" type="pres">
      <dgm:prSet presAssocID="{91A66877-AC1C-46D9-BF2C-6024B638DEA9}" presName="iconBgRect" presStyleLbl="bgShp" presStyleIdx="1" presStyleCnt="3"/>
      <dgm:spPr/>
    </dgm:pt>
    <dgm:pt modelId="{25E3B37B-74D0-4A88-B4DE-941AD611607D}" type="pres">
      <dgm:prSet presAssocID="{91A66877-AC1C-46D9-BF2C-6024B638DEA9}" presName="iconRect" presStyleLbl="node1" presStyleIdx="1" presStyleCnt="3" custLinFactNeighborX="48647" custLinFactNeighborY="41517"/>
      <dgm:spPr>
        <a:ln>
          <a:noFill/>
        </a:ln>
      </dgm:spPr>
      <dgm:t>
        <a:bodyPr/>
        <a:lstStyle/>
        <a:p>
          <a:endParaRPr lang="en-US"/>
        </a:p>
      </dgm:t>
      <dgm:extLst/>
    </dgm:pt>
    <dgm:pt modelId="{D43D9762-97CA-499D-8A22-68E4735A6BBF}" type="pres">
      <dgm:prSet presAssocID="{91A66877-AC1C-46D9-BF2C-6024B638DEA9}" presName="spaceRect" presStyleCnt="0"/>
      <dgm:spPr/>
    </dgm:pt>
    <dgm:pt modelId="{B87C32D5-7B07-49E2-84BD-BC5A516ABFE6}" type="pres">
      <dgm:prSet presAssocID="{91A66877-AC1C-46D9-BF2C-6024B638DEA9}" presName="textRect" presStyleLbl="revTx" presStyleIdx="1" presStyleCnt="3" custLinFactNeighborX="-3392" custLinFactNeighborY="24540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3415AE4C-1FA3-4F9C-B78C-46AB8BC3FA98}" type="pres">
      <dgm:prSet presAssocID="{BFCE4A28-C381-46FF-935A-B11534EF7D87}" presName="sibTrans" presStyleCnt="0"/>
      <dgm:spPr/>
    </dgm:pt>
    <dgm:pt modelId="{8E9FCEE9-BA58-4686-AD8D-3C43F61E54DA}" type="pres">
      <dgm:prSet presAssocID="{76CC3289-2662-43F0-A3C6-BA04A135F08C}" presName="compNode" presStyleCnt="0"/>
      <dgm:spPr/>
    </dgm:pt>
    <dgm:pt modelId="{8B8DA957-4F6D-47EE-BF0F-6ACDA82AAC07}" type="pres">
      <dgm:prSet presAssocID="{76CC3289-2662-43F0-A3C6-BA04A135F08C}" presName="iconBgRect" presStyleLbl="bgShp" presStyleIdx="2" presStyleCnt="3"/>
      <dgm:spPr/>
    </dgm:pt>
    <dgm:pt modelId="{FC76B9EB-DCB2-48BE-8038-BB271187C51D}" type="pres">
      <dgm:prSet presAssocID="{76CC3289-2662-43F0-A3C6-BA04A135F08C}" presName="iconRect" presStyleLbl="node1" presStyleIdx="2" presStyleCnt="3" custLinFactNeighborX="-59651" custLinFactNeighborY="-59042"/>
      <dgm:spPr>
        <a:ln>
          <a:noFill/>
        </a:ln>
      </dgm:spPr>
      <dgm:extLst/>
    </dgm:pt>
    <dgm:pt modelId="{15732EE0-EF0B-40DC-8D5B-13AD1FDF7CF0}" type="pres">
      <dgm:prSet presAssocID="{76CC3289-2662-43F0-A3C6-BA04A135F08C}" presName="spaceRect" presStyleCnt="0"/>
      <dgm:spPr/>
    </dgm:pt>
    <dgm:pt modelId="{E92865A0-8142-4764-BBFC-1FA0DCA8D9E0}" type="pres">
      <dgm:prSet presAssocID="{76CC3289-2662-43F0-A3C6-BA04A135F08C}" presName="textRect" presStyleLbl="revTx" presStyleIdx="2" presStyleCnt="3" custLinFactNeighborX="-6766" custLinFactNeighborY="24540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77F3068B-47FB-4C44-B12F-5B52EA8C8D6F}" type="presOf" srcId="{91A66877-AC1C-46D9-BF2C-6024B638DEA9}" destId="{B87C32D5-7B07-49E2-84BD-BC5A516ABFE6}" srcOrd="0" destOrd="0" presId="urn:microsoft.com/office/officeart/2018/5/layout/IconCircleLabelList"/>
    <dgm:cxn modelId="{1DCAC474-202E-48E4-8885-832453650F99}" type="presOf" srcId="{7D9C16A6-8C48-4165-8DAF-8C957C12A8FA}" destId="{25C14C25-2A98-4731-B0BF-677AD8191C30}" srcOrd="0" destOrd="0" presId="urn:microsoft.com/office/officeart/2018/5/layout/IconCircleLabelList"/>
    <dgm:cxn modelId="{1E51D096-D749-4658-8D93-02A059315D09}" type="presOf" srcId="{76CC3289-2662-43F0-A3C6-BA04A135F08C}" destId="{E92865A0-8142-4764-BBFC-1FA0DCA8D9E0}" srcOrd="0" destOrd="0" presId="urn:microsoft.com/office/officeart/2018/5/layout/IconCircleLabelList"/>
    <dgm:cxn modelId="{F44D1E9F-9059-456A-ACD4-C954F5166A16}" type="presOf" srcId="{701D68F5-42F8-47BC-8FED-84C50F595DF0}" destId="{29C7C433-EF2A-4A44-BC53-B7211D27668D}" srcOrd="0" destOrd="0" presId="urn:microsoft.com/office/officeart/2018/5/layout/IconCircleLabelList"/>
    <dgm:cxn modelId="{9B7CB0EB-7F3C-4D17-B355-4090FA01A301}" type="presParOf" srcId="{25C14C25-2A98-4731-B0BF-677AD8191C30}" destId="{76750689-6C12-4D36-8474-BFC5C125B35E}" srcOrd="0" destOrd="0" presId="urn:microsoft.com/office/officeart/2018/5/layout/IconCircleLabelList"/>
    <dgm:cxn modelId="{F736A8DC-8C73-40B1-B9D8-E2ED1B623EC4}" type="presParOf" srcId="{76750689-6C12-4D36-8474-BFC5C125B35E}" destId="{A39E2924-EA9B-47F3-B732-8814DF65E2EC}" srcOrd="0" destOrd="0" presId="urn:microsoft.com/office/officeart/2018/5/layout/IconCircleLabelList"/>
    <dgm:cxn modelId="{E811E0A3-64EB-4B73-B7C1-483CEFD7A521}" type="presParOf" srcId="{76750689-6C12-4D36-8474-BFC5C125B35E}" destId="{55BDA980-9151-47FF-AF00-AFF61BF7329A}" srcOrd="1" destOrd="0" presId="urn:microsoft.com/office/officeart/2018/5/layout/IconCircleLabelList"/>
    <dgm:cxn modelId="{5F50529C-66A6-45D3-914E-3EAF0020FAA5}" type="presParOf" srcId="{76750689-6C12-4D36-8474-BFC5C125B35E}" destId="{6813E287-6A9E-4A4E-8848-6B5E098C015B}" srcOrd="2" destOrd="0" presId="urn:microsoft.com/office/officeart/2018/5/layout/IconCircleLabelList"/>
    <dgm:cxn modelId="{4A2F5C1F-0EEC-4343-A69A-A075A9327DCB}" type="presParOf" srcId="{76750689-6C12-4D36-8474-BFC5C125B35E}" destId="{29C7C433-EF2A-4A44-BC53-B7211D27668D}" srcOrd="3" destOrd="0" presId="urn:microsoft.com/office/officeart/2018/5/layout/IconCircleLabelList"/>
    <dgm:cxn modelId="{11337B15-941E-431B-B38C-2502F8F375A2}" type="presParOf" srcId="{25C14C25-2A98-4731-B0BF-677AD8191C30}" destId="{68220B65-DC55-4454-B24D-11B29BFBB9D4}" srcOrd="1" destOrd="0" presId="urn:microsoft.com/office/officeart/2018/5/layout/IconCircleLabelList"/>
    <dgm:cxn modelId="{43151CC7-C0C3-4F15-997C-17B72C908907}" type="presParOf" srcId="{25C14C25-2A98-4731-B0BF-677AD8191C30}" destId="{BE6E5E78-2FF3-4F40-80FF-8626E060970A}" srcOrd="2" destOrd="0" presId="urn:microsoft.com/office/officeart/2018/5/layout/IconCircleLabelList"/>
    <dgm:cxn modelId="{B36D4B0A-AEE7-4B3F-898A-E200577B6D6B}" type="presParOf" srcId="{BE6E5E78-2FF3-4F40-80FF-8626E060970A}" destId="{AE6D994C-35CC-4E2D-93F7-0749D531DB38}" srcOrd="0" destOrd="0" presId="urn:microsoft.com/office/officeart/2018/5/layout/IconCircleLabelList"/>
    <dgm:cxn modelId="{BE0DFE24-FE93-4079-A9EE-3648D3E1E170}" type="presParOf" srcId="{BE6E5E78-2FF3-4F40-80FF-8626E060970A}" destId="{25E3B37B-74D0-4A88-B4DE-941AD611607D}" srcOrd="1" destOrd="0" presId="urn:microsoft.com/office/officeart/2018/5/layout/IconCircleLabelList"/>
    <dgm:cxn modelId="{F288AFD5-F3CA-46B3-8339-C045C21E9F21}" type="presParOf" srcId="{BE6E5E78-2FF3-4F40-80FF-8626E060970A}" destId="{D43D9762-97CA-499D-8A22-68E4735A6BBF}" srcOrd="2" destOrd="0" presId="urn:microsoft.com/office/officeart/2018/5/layout/IconCircleLabelList"/>
    <dgm:cxn modelId="{18CCBC88-DFE4-411F-876C-0313FF708975}" type="presParOf" srcId="{BE6E5E78-2FF3-4F40-80FF-8626E060970A}" destId="{B87C32D5-7B07-49E2-84BD-BC5A516ABFE6}" srcOrd="3" destOrd="0" presId="urn:microsoft.com/office/officeart/2018/5/layout/IconCircleLabelList"/>
    <dgm:cxn modelId="{D7DFC969-567D-453B-91CA-5B56EC4DF6CE}" type="presParOf" srcId="{25C14C25-2A98-4731-B0BF-677AD8191C30}" destId="{3415AE4C-1FA3-4F9C-B78C-46AB8BC3FA98}" srcOrd="3" destOrd="0" presId="urn:microsoft.com/office/officeart/2018/5/layout/IconCircleLabelList"/>
    <dgm:cxn modelId="{FE865E36-A6AA-4CC5-B6F1-E7C4076F9DA4}" type="presParOf" srcId="{25C14C25-2A98-4731-B0BF-677AD8191C30}" destId="{8E9FCEE9-BA58-4686-AD8D-3C43F61E54DA}" srcOrd="4" destOrd="0" presId="urn:microsoft.com/office/officeart/2018/5/layout/IconCircleLabelList"/>
    <dgm:cxn modelId="{7449518C-03B5-4688-9C60-A09CD7989430}" type="presParOf" srcId="{8E9FCEE9-BA58-4686-AD8D-3C43F61E54DA}" destId="{8B8DA957-4F6D-47EE-BF0F-6ACDA82AAC07}" srcOrd="0" destOrd="0" presId="urn:microsoft.com/office/officeart/2018/5/layout/IconCircleLabelList"/>
    <dgm:cxn modelId="{A05A366F-56A5-494C-9AD7-7CA866ACD136}" type="presParOf" srcId="{8E9FCEE9-BA58-4686-AD8D-3C43F61E54DA}" destId="{FC76B9EB-DCB2-48BE-8038-BB271187C51D}" srcOrd="1" destOrd="0" presId="urn:microsoft.com/office/officeart/2018/5/layout/IconCircleLabelList"/>
    <dgm:cxn modelId="{9029A874-C025-4ECE-A8D4-43E10C4561BD}" type="presParOf" srcId="{8E9FCEE9-BA58-4686-AD8D-3C43F61E54DA}" destId="{15732EE0-EF0B-40DC-8D5B-13AD1FDF7CF0}" srcOrd="2" destOrd="0" presId="urn:microsoft.com/office/officeart/2018/5/layout/IconCircleLabelList"/>
    <dgm:cxn modelId="{F90C855F-3BD4-487B-AD80-67CD5D06AC1A}" type="presParOf" srcId="{8E9FCEE9-BA58-4686-AD8D-3C43F61E54DA}" destId="{E92865A0-8142-4764-BBFC-1FA0DCA8D9E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50AC01-D39D-4F3A-9DC8-2A211EE986A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bg-BG" dirty="0" smtClean="0"/>
            <a:t>Мащабиране на играта</a:t>
          </a:r>
          <a:r>
            <a:rPr lang="en-US" dirty="0"/>
            <a:t>	</a:t>
          </a:r>
        </a:p>
      </dgm:t>
    </dgm:pt>
    <dgm:pt modelId="{720680DC-AAA4-4434-A582-60EBCC5BA355}" type="parTrans" cxnId="{0B5DAE5F-BCDC-4BF7-A6E7-CF856886A64D}">
      <dgm:prSet/>
      <dgm:spPr/>
      <dgm:t>
        <a:bodyPr/>
        <a:lstStyle/>
        <a:p>
          <a:endParaRPr lang="en-US"/>
        </a:p>
      </dgm:t>
    </dgm:pt>
    <dgm:pt modelId="{CA077D98-8478-47EA-B6A9-99ACE60C64D4}" type="sibTrans" cxnId="{0B5DAE5F-BCDC-4BF7-A6E7-CF856886A64D}">
      <dgm:prSet/>
      <dgm:spPr/>
      <dgm:t>
        <a:bodyPr/>
        <a:lstStyle/>
        <a:p>
          <a:endParaRPr lang="en-US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bg-BG" dirty="0" smtClean="0"/>
            <a:t>Развиване на играта</a:t>
          </a:r>
          <a:endParaRPr lang="en-US" dirty="0"/>
        </a:p>
      </dgm:t>
    </dgm:pt>
    <dgm:pt modelId="{ED3A4BC2-B75A-4952-A38B-A42B5995DF05}" type="parTrans" cxnId="{EDEF4F82-1237-4639-A0F7-385C1897CE66}">
      <dgm:prSet/>
      <dgm:spPr/>
      <dgm:t>
        <a:bodyPr/>
        <a:lstStyle/>
        <a:p>
          <a:endParaRPr lang="en-US"/>
        </a:p>
      </dgm:t>
    </dgm:pt>
    <dgm:pt modelId="{FD949706-EDCC-4ADC-8EDF-8EDA49C92325}" type="sibTrans" cxnId="{EDEF4F82-1237-4639-A0F7-385C1897CE66}">
      <dgm:prSet/>
      <dgm:spPr/>
      <dgm:t>
        <a:bodyPr/>
        <a:lstStyle/>
        <a:p>
          <a:endParaRPr lang="en-US"/>
        </a:p>
      </dgm:t>
    </dgm:pt>
    <dgm:pt modelId="{5605D28D-2CE6-4513-8566-952984E21E1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bg-BG" dirty="0" smtClean="0"/>
            <a:t>Развиване на имиджа ни</a:t>
          </a:r>
          <a:endParaRPr lang="en-US" dirty="0"/>
        </a:p>
      </dgm:t>
    </dgm:pt>
    <dgm:pt modelId="{EB15AB98-362B-4E70-A3DA-995FC3E8BA79}" type="parTrans" cxnId="{FAF3F884-F0CF-440F-8CB1-B7648AB1B138}">
      <dgm:prSet/>
      <dgm:spPr/>
      <dgm:t>
        <a:bodyPr/>
        <a:lstStyle/>
        <a:p>
          <a:endParaRPr lang="en-US"/>
        </a:p>
      </dgm:t>
    </dgm:pt>
    <dgm:pt modelId="{823D1971-2C4D-4EC5-A874-2F463DE37109}" type="sibTrans" cxnId="{FAF3F884-F0CF-440F-8CB1-B7648AB1B138}">
      <dgm:prSet/>
      <dgm:spPr/>
      <dgm:t>
        <a:bodyPr/>
        <a:lstStyle/>
        <a:p>
          <a:endParaRPr lang="en-U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  <dgm:t>
        <a:bodyPr/>
        <a:lstStyle/>
        <a:p>
          <a:endParaRPr lang="en-US"/>
        </a:p>
      </dgm:t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E2924-EA9B-47F3-B732-8814DF65E2EC}">
      <dsp:nvSpPr>
        <dsp:cNvPr id="0" name=""/>
        <dsp:cNvSpPr/>
      </dsp:nvSpPr>
      <dsp:spPr>
        <a:xfrm>
          <a:off x="686474" y="175457"/>
          <a:ext cx="1990125" cy="19901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DA980-9151-47FF-AF00-AFF61BF7329A}">
      <dsp:nvSpPr>
        <dsp:cNvPr id="0" name=""/>
        <dsp:cNvSpPr/>
      </dsp:nvSpPr>
      <dsp:spPr>
        <a:xfrm>
          <a:off x="1379420" y="697246"/>
          <a:ext cx="1141875" cy="11418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7C433-EF2A-4A44-BC53-B7211D27668D}">
      <dsp:nvSpPr>
        <dsp:cNvPr id="0" name=""/>
        <dsp:cNvSpPr/>
      </dsp:nvSpPr>
      <dsp:spPr>
        <a:xfrm>
          <a:off x="247943" y="2961804"/>
          <a:ext cx="2012380" cy="716433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lt1">
                <a:alpha val="0"/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lt1">
                <a:alpha val="0"/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2400" kern="1200" dirty="0" smtClean="0"/>
            <a:t>Scrum trainers</a:t>
          </a:r>
          <a:endParaRPr lang="en-US" sz="2400" kern="1200" dirty="0"/>
        </a:p>
      </dsp:txBody>
      <dsp:txXfrm>
        <a:off x="247943" y="2961804"/>
        <a:ext cx="2012380" cy="716433"/>
      </dsp:txXfrm>
    </dsp:sp>
    <dsp:sp modelId="{AE6D994C-35CC-4E2D-93F7-0749D531DB38}">
      <dsp:nvSpPr>
        <dsp:cNvPr id="0" name=""/>
        <dsp:cNvSpPr/>
      </dsp:nvSpPr>
      <dsp:spPr>
        <a:xfrm>
          <a:off x="4519912" y="174118"/>
          <a:ext cx="1990125" cy="19901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E3B37B-74D0-4A88-B4DE-941AD611607D}">
      <dsp:nvSpPr>
        <dsp:cNvPr id="0" name=""/>
        <dsp:cNvSpPr/>
      </dsp:nvSpPr>
      <dsp:spPr>
        <a:xfrm>
          <a:off x="5499525" y="1072316"/>
          <a:ext cx="1141875" cy="11418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C32D5-7B07-49E2-84BD-BC5A516ABFE6}">
      <dsp:nvSpPr>
        <dsp:cNvPr id="0" name=""/>
        <dsp:cNvSpPr/>
      </dsp:nvSpPr>
      <dsp:spPr>
        <a:xfrm>
          <a:off x="3773061" y="2958238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2400" kern="1200" dirty="0" smtClean="0"/>
            <a:t>Back-end developers</a:t>
          </a:r>
          <a:endParaRPr lang="en-US" sz="2400" kern="1200" dirty="0"/>
        </a:p>
      </dsp:txBody>
      <dsp:txXfrm>
        <a:off x="3773061" y="2958238"/>
        <a:ext cx="3262500" cy="720000"/>
      </dsp:txXfrm>
    </dsp:sp>
    <dsp:sp modelId="{8B8DA957-4F6D-47EE-BF0F-6ACDA82AAC07}">
      <dsp:nvSpPr>
        <dsp:cNvPr id="0" name=""/>
        <dsp:cNvSpPr/>
      </dsp:nvSpPr>
      <dsp:spPr>
        <a:xfrm>
          <a:off x="8353350" y="174118"/>
          <a:ext cx="1990125" cy="19901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76B9EB-DCB2-48BE-8038-BB271187C51D}">
      <dsp:nvSpPr>
        <dsp:cNvPr id="0" name=""/>
        <dsp:cNvSpPr/>
      </dsp:nvSpPr>
      <dsp:spPr>
        <a:xfrm>
          <a:off x="8096335" y="0"/>
          <a:ext cx="1141875" cy="11418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865A0-8142-4764-BBFC-1FA0DCA8D9E0}">
      <dsp:nvSpPr>
        <dsp:cNvPr id="0" name=""/>
        <dsp:cNvSpPr/>
      </dsp:nvSpPr>
      <dsp:spPr>
        <a:xfrm>
          <a:off x="7496421" y="2958238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2400" kern="1200" dirty="0" smtClean="0"/>
            <a:t>Front-end developers</a:t>
          </a:r>
          <a:endParaRPr lang="en-US" sz="2400" kern="1200" dirty="0"/>
        </a:p>
      </dsp:txBody>
      <dsp:txXfrm>
        <a:off x="7496421" y="2958238"/>
        <a:ext cx="3262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bg-BG" sz="3400" kern="1200" dirty="0" smtClean="0"/>
            <a:t>Мащабиране на играта</a:t>
          </a:r>
          <a:r>
            <a:rPr lang="en-US" sz="3400" kern="1200" dirty="0"/>
            <a:t>	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bg-BG" sz="3400" kern="1200" dirty="0" smtClean="0"/>
            <a:t>Развиване на играта</a:t>
          </a:r>
          <a:endParaRPr lang="en-US" sz="3400" kern="1200" dirty="0"/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6360" rIns="86360" bIns="86360" numCol="1" spcCol="1270" anchor="ctr" anchorCtr="0">
          <a:noAutofit/>
        </a:bodyPr>
        <a:lstStyle/>
        <a:p>
          <a:pPr lvl="0" algn="l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bg-BG" sz="3400" kern="1200" dirty="0" smtClean="0"/>
            <a:t>Развиване на имиджа ни</a:t>
          </a:r>
          <a:endParaRPr lang="en-US" sz="3400" kern="1200" dirty="0"/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4646B-21C0-410B-BA17-64C59EB292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392C-F5C5-4C38-94CE-455C7F402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9A4FD-FAFB-4CDA-9DC5-D20CA18269A9}" type="datetimeFigureOut">
              <a:rPr lang="en-US" smtClean="0"/>
              <a:t>6/27/2022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F3D2C-86D2-4CEA-B1B8-750885E16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5F72-69F2-4B4B-A943-B04C4B1E3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BA49-8001-49C3-9348-7448336215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06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1E35E-F34C-4F0E-B8A1-D9F5F49CB3AD}" type="datetimeFigureOut">
              <a:rPr lang="en-US" smtClean="0"/>
              <a:t>6/27/2022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F15BC-4AA1-41C4-8C26-91A7E3BB93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5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156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81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54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6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9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7.jp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11.jpg"/><Relationship Id="rId10" Type="http://schemas.openxmlformats.org/officeDocument/2006/relationships/image" Target="../media/image6.jp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jpg"/><Relationship Id="rId1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jfif"/><Relationship Id="rId4" Type="http://schemas.openxmlformats.org/officeDocument/2006/relationships/image" Target="../media/image13.png"/><Relationship Id="rId9" Type="http://schemas.openxmlformats.org/officeDocument/2006/relationships/image" Target="../media/image18.jfif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f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 smtClean="0">
                <a:solidFill>
                  <a:schemeClr val="bg1"/>
                </a:solidFill>
              </a:rPr>
              <a:t>Team eight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Етапи на реализация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82566" y="2417379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Определяне на тема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615559" y="2417379"/>
            <a:ext cx="1681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Започване на проекта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980386" y="2422579"/>
            <a:ext cx="1776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Развиване на проекта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150772" y="2417379"/>
            <a:ext cx="1776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Завършване на проекта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413" y="3652133"/>
            <a:ext cx="5023945" cy="267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16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bg-BG" dirty="0" smtClean="0">
                <a:solidFill>
                  <a:srgbClr val="FFFEFF"/>
                </a:solidFill>
              </a:rPr>
              <a:t>Нашия отбор</a:t>
            </a:r>
            <a:endParaRPr lang="en-US" dirty="0">
              <a:solidFill>
                <a:srgbClr val="FFFEFF"/>
              </a:solidFill>
            </a:endParaRP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0037905"/>
              </p:ext>
            </p:extLst>
          </p:nvPr>
        </p:nvGraphicFramePr>
        <p:xfrm>
          <a:off x="590317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/>
          <p:cNvSpPr/>
          <p:nvPr/>
        </p:nvSpPr>
        <p:spPr>
          <a:xfrm>
            <a:off x="7438555" y="3250942"/>
            <a:ext cx="1129278" cy="1141875"/>
          </a:xfrm>
          <a:prstGeom prst="rect">
            <a:avLst/>
          </a:prstGeom>
          <a:ln>
            <a:noFill/>
          </a:ln>
        </p:spPr>
        <p:style>
          <a:lnRef idx="2">
            <a:scrgbClr r="0" g="0" b="0"/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3930595" y="3247158"/>
            <a:ext cx="1141875" cy="1141875"/>
          </a:xfrm>
          <a:prstGeom prst="rect">
            <a:avLst/>
          </a:prstGeom>
          <a:ln>
            <a:noFill/>
          </a:ln>
        </p:spPr>
        <p:style>
          <a:lnRef idx="2">
            <a:scrgbClr r="0" g="0" b="0"/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938671" y="2090420"/>
            <a:ext cx="1141875" cy="1141875"/>
          </a:xfrm>
          <a:prstGeom prst="rect">
            <a:avLst/>
          </a:prstGeom>
          <a:ln>
            <a:noFill/>
          </a:ln>
        </p:spPr>
        <p:style>
          <a:lnRef idx="2">
            <a:scrgbClr r="0" g="0" b="0"/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931072" y="3247158"/>
            <a:ext cx="1082479" cy="1099926"/>
          </a:xfrm>
          <a:prstGeom prst="rect">
            <a:avLst/>
          </a:prstGeom>
          <a:ln>
            <a:noFill/>
          </a:ln>
        </p:spPr>
        <p:style>
          <a:lnRef idx="2">
            <a:scrgbClr r="0" g="0" b="0"/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721300" y="4283365"/>
            <a:ext cx="3069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Росен Папазов и Данислав Тодоров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702161" y="4375451"/>
            <a:ext cx="280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Зафир Стоянов, Данаил Тодоров и </a:t>
            </a:r>
            <a:r>
              <a:rPr lang="bg-BG" dirty="0" err="1" smtClean="0"/>
              <a:t>Трани</a:t>
            </a:r>
            <a:r>
              <a:rPr lang="bg-BG" dirty="0" smtClean="0"/>
              <a:t> </a:t>
            </a:r>
            <a:r>
              <a:rPr lang="bg-BG" dirty="0" err="1" smtClean="0"/>
              <a:t>Транев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255449" y="4332839"/>
            <a:ext cx="303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Мирослав Чобанов, Тодор Атанасов и Ивайло </a:t>
            </a:r>
            <a:r>
              <a:rPr lang="bg-BG" dirty="0" err="1" smtClean="0"/>
              <a:t>Дандаринов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001" y="2878469"/>
            <a:ext cx="1233351" cy="11418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59" y="2858055"/>
            <a:ext cx="1141875" cy="11418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072" y="2046507"/>
            <a:ext cx="1193220" cy="119322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631" y="3256545"/>
            <a:ext cx="1169276" cy="116927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531" y="3232295"/>
            <a:ext cx="1179244" cy="117924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576" y="2140806"/>
            <a:ext cx="1198267" cy="119826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301" y="3226708"/>
            <a:ext cx="1161762" cy="116176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908" y="3189109"/>
            <a:ext cx="1205354" cy="120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Технологии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947" y="3217258"/>
            <a:ext cx="1487213" cy="14872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477" y="2134077"/>
            <a:ext cx="1327997" cy="13279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094" y="4704471"/>
            <a:ext cx="962765" cy="13583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822" y="4849150"/>
            <a:ext cx="1327826" cy="12349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927" y="2364251"/>
            <a:ext cx="1387366" cy="128981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018" y="4919951"/>
            <a:ext cx="1952426" cy="109335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04471"/>
            <a:ext cx="2213663" cy="137964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538" y="2131058"/>
            <a:ext cx="1720691" cy="129416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88" y="2369509"/>
            <a:ext cx="2681525" cy="150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anchor="ctr">
            <a:normAutofit/>
          </a:bodyPr>
          <a:lstStyle/>
          <a:p>
            <a:pPr algn="ctr"/>
            <a:r>
              <a:rPr lang="bg-BG" dirty="0" smtClean="0"/>
              <a:t>Бъдещи планове</a:t>
            </a:r>
            <a:endParaRPr lang="en-US" dirty="0"/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149933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Проблеми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541" y="2738740"/>
            <a:ext cx="4037667" cy="2516433"/>
          </a:xfrm>
        </p:spPr>
      </p:pic>
      <p:sp>
        <p:nvSpPr>
          <p:cNvPr id="5" name="TextBox 4"/>
          <p:cNvSpPr txBox="1"/>
          <p:nvPr/>
        </p:nvSpPr>
        <p:spPr>
          <a:xfrm>
            <a:off x="392006" y="2738740"/>
            <a:ext cx="5725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Организация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Време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Проблеми с </a:t>
            </a:r>
            <a:r>
              <a:rPr lang="en-US" dirty="0" smtClean="0"/>
              <a:t>GitHub</a:t>
            </a:r>
            <a:endParaRPr lang="bg-BG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2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5C8BF1-B0E4-49A1-808F-40F2AD30E743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71af3243-3dd4-4a8d-8c0d-dd76da1f02a5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3FC8A1C-A436-42C0-AC33-FAFFFAF219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852F5D-AAE7-473B-9767-8875B60BC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0</TotalTime>
  <Words>73</Words>
  <Application>Microsoft Office PowerPoint</Application>
  <PresentationFormat>Widescreen</PresentationFormat>
  <Paragraphs>28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Corbel</vt:lpstr>
      <vt:lpstr>Gill Sans MT</vt:lpstr>
      <vt:lpstr>Wingdings 2</vt:lpstr>
      <vt:lpstr>Dividend</vt:lpstr>
      <vt:lpstr>Team eight</vt:lpstr>
      <vt:lpstr>Етапи на реализация</vt:lpstr>
      <vt:lpstr>Нашия отбор</vt:lpstr>
      <vt:lpstr>Технологии</vt:lpstr>
      <vt:lpstr>Бъдещи планове</vt:lpstr>
      <vt:lpstr>Проблеми</vt:lpstr>
      <vt:lpstr>Thank You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2022-06-27T05:52:36Z</dcterms:created>
  <dcterms:modified xsi:type="dcterms:W3CDTF">2022-06-27T06:30:34Z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